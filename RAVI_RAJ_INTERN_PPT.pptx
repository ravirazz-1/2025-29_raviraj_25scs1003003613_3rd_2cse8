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719779-0851-42C9-B4E6-D85113EB618A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89556-992C-4AAA-AAE2-31DECFDF9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75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3057"/>
          </a:solidFill>
          <a:ln>
            <a:solidFill>
              <a:srgbClr val="14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191695" cy="41148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66495" y="2240280"/>
            <a:ext cx="5655972" cy="53860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900" b="1" dirty="0">
                <a:solidFill>
                  <a:srgbClr val="143057"/>
                </a:solidFill>
                <a:latin typeface="Aptos Display"/>
              </a:rPr>
              <a:t>IILM UNIVERSITY</a:t>
            </a:r>
            <a:r>
              <a:rPr lang="en-US" sz="2900" b="1" dirty="0">
                <a:solidFill>
                  <a:srgbClr val="143057"/>
                </a:solidFill>
                <a:latin typeface="Aptos Display"/>
              </a:rPr>
              <a:t> GREATER NOIDA</a:t>
            </a:r>
            <a:endParaRPr sz="2900" b="1" dirty="0">
              <a:solidFill>
                <a:srgbClr val="143057"/>
              </a:solidFill>
              <a:latin typeface="Aptos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60520" y="2907792"/>
            <a:ext cx="38862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A6232D"/>
                </a:solidFill>
                <a:latin typeface="Aptos"/>
              </a:rPr>
              <a:t>STUDENT DETAILS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3401568"/>
            <a:ext cx="6446520" cy="224028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46120" y="3639312"/>
            <a:ext cx="1600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5F6973"/>
                </a:solidFill>
                <a:latin typeface="Aptos"/>
              </a:rPr>
              <a:t>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3630168"/>
            <a:ext cx="762260" cy="28469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1250" b="1" dirty="0">
                <a:solidFill>
                  <a:srgbClr val="2D2D2D"/>
                </a:solidFill>
                <a:latin typeface="Aptos"/>
              </a:rPr>
              <a:t>Ravi Raj</a:t>
            </a:r>
            <a:endParaRPr sz="1250" b="1" dirty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46120" y="3959352"/>
            <a:ext cx="1600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5F6973"/>
                </a:solidFill>
                <a:latin typeface="Aptos"/>
              </a:rPr>
              <a:t>Enrollment 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950208"/>
            <a:ext cx="1510350" cy="28469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 dirty="0">
                <a:solidFill>
                  <a:srgbClr val="2D2D2D"/>
                </a:solidFill>
                <a:latin typeface="Aptos"/>
              </a:rPr>
              <a:t>25SCS100300</a:t>
            </a:r>
            <a:r>
              <a:rPr lang="en-US" sz="1250" b="1" dirty="0">
                <a:solidFill>
                  <a:srgbClr val="2D2D2D"/>
                </a:solidFill>
                <a:latin typeface="Aptos"/>
              </a:rPr>
              <a:t>3613</a:t>
            </a:r>
            <a:endParaRPr sz="1250" b="1" dirty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46120" y="4279392"/>
            <a:ext cx="1600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5F6973"/>
                </a:solidFill>
                <a:latin typeface="Aptos"/>
              </a:rPr>
              <a:t>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4270248"/>
            <a:ext cx="40690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D2D2D"/>
                </a:solidFill>
                <a:latin typeface="Aptos"/>
              </a:rPr>
              <a:t>B.Tech CSE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4599431"/>
            <a:ext cx="1600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5F6973"/>
                </a:solidFill>
                <a:latin typeface="Aptos"/>
              </a:rPr>
              <a:t>Specialisation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4590288"/>
            <a:ext cx="606256" cy="28469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1250" b="1" dirty="0">
                <a:solidFill>
                  <a:srgbClr val="2D2D2D"/>
                </a:solidFill>
                <a:latin typeface="Aptos"/>
              </a:rPr>
              <a:t>AI/ML</a:t>
            </a:r>
            <a:endParaRPr sz="1250" b="1" dirty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46120" y="4919471"/>
            <a:ext cx="1600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5F6973"/>
                </a:solidFill>
                <a:latin typeface="Aptos"/>
              </a:rPr>
              <a:t>Semester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4910327"/>
            <a:ext cx="40690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D2D2D"/>
                </a:solidFill>
                <a:latin typeface="Aptos"/>
              </a:rPr>
              <a:t>3rd Semester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5239511"/>
            <a:ext cx="888385" cy="269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 dirty="0">
                <a:solidFill>
                  <a:srgbClr val="5F6973"/>
                </a:solidFill>
                <a:latin typeface="Aptos"/>
              </a:rPr>
              <a:t>Academic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5230367"/>
            <a:ext cx="748923" cy="28469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 dirty="0">
                <a:solidFill>
                  <a:srgbClr val="2D2D2D"/>
                </a:solidFill>
                <a:latin typeface="Aptos"/>
              </a:rPr>
              <a:t>202</a:t>
            </a:r>
            <a:r>
              <a:rPr lang="en-US" sz="1250" b="1" dirty="0">
                <a:solidFill>
                  <a:srgbClr val="2D2D2D"/>
                </a:solidFill>
                <a:latin typeface="Aptos"/>
              </a:rPr>
              <a:t>5-29</a:t>
            </a:r>
            <a:endParaRPr sz="1250" b="1" dirty="0">
              <a:solidFill>
                <a:srgbClr val="2D2D2D"/>
              </a:solidFill>
              <a:latin typeface="Aptos"/>
            </a:endParaRPr>
          </a:p>
        </p:txBody>
      </p:sp>
      <p:pic>
        <p:nvPicPr>
          <p:cNvPr id="21" name="image1.png">
            <a:extLst>
              <a:ext uri="{FF2B5EF4-FFF2-40B4-BE49-F238E27FC236}">
                <a16:creationId xmlns:a16="http://schemas.microsoft.com/office/drawing/2014/main" id="{F818C62E-BCB8-44B1-2874-68AB0440191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984955" y="542594"/>
            <a:ext cx="1779639" cy="1542237"/>
          </a:xfrm>
          <a:prstGeom prst="rect">
            <a:avLst/>
          </a:prstGeom>
          <a:ln/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675BA7C7-310F-5CEC-9EDA-7AE2EAA6BAEE}"/>
              </a:ext>
            </a:extLst>
          </p:cNvPr>
          <p:cNvSpPr/>
          <p:nvPr/>
        </p:nvSpPr>
        <p:spPr>
          <a:xfrm>
            <a:off x="0" y="6616678"/>
            <a:ext cx="12191695" cy="256032"/>
          </a:xfrm>
          <a:prstGeom prst="rect">
            <a:avLst/>
          </a:prstGeom>
          <a:solidFill>
            <a:srgbClr val="143057"/>
          </a:solidFill>
          <a:ln>
            <a:solidFill>
              <a:srgbClr val="14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sz="850" dirty="0"/>
              <a:t>1</a:t>
            </a:r>
            <a:endParaRPr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996696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143057"/>
                </a:solidFill>
                <a:latin typeface="Aptos Display"/>
              </a:rPr>
              <a:t>WEB DEVELOPMENT INTERNSHIP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685800" cy="50292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3057"/>
          </a:solidFill>
          <a:ln>
            <a:solidFill>
              <a:srgbClr val="14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984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800" b="1">
                <a:solidFill>
                  <a:srgbClr val="143057"/>
                </a:solidFill>
                <a:latin typeface="Aptos Display"/>
              </a:rPr>
              <a:t>INTERNSHIP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2148840"/>
            <a:ext cx="2423160" cy="50292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0" y="2788920"/>
            <a:ext cx="3749039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5F6973"/>
                </a:solidFill>
                <a:latin typeface="Aptos"/>
              </a:rPr>
              <a:t>Organization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154680"/>
            <a:ext cx="630936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500" b="1">
                <a:solidFill>
                  <a:srgbClr val="2D2D2D"/>
                </a:solidFill>
                <a:latin typeface="Aptos"/>
              </a:rPr>
              <a:t>Prodigy InfoTech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840480"/>
            <a:ext cx="63093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0">
                <a:solidFill>
                  <a:srgbClr val="264E79"/>
                </a:solidFill>
                <a:latin typeface="Aptos"/>
              </a:rPr>
              <a:t>Role: Web Development Intern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315968"/>
            <a:ext cx="63093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>
                <a:solidFill>
                  <a:srgbClr val="5F6973"/>
                </a:solidFill>
                <a:latin typeface="Aptos"/>
              </a:rPr>
              <a:t>15 July 2026 – 15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620256"/>
            <a:ext cx="4114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 dirty="0">
                <a:solidFill>
                  <a:srgbClr val="FFFFF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996696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143057"/>
                </a:solidFill>
                <a:latin typeface="Aptos Display"/>
              </a:rPr>
              <a:t>INTERNSHIP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685800" cy="50292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3057"/>
          </a:solidFill>
          <a:ln>
            <a:solidFill>
              <a:srgbClr val="14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0749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4864" cy="1051560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3057"/>
                </a:solidFill>
                <a:latin typeface="Aptos"/>
              </a:rPr>
              <a:t>Organization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63440" cy="27431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ptos"/>
              </a:rPr>
              <a:t>Prodigy InfoTech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0749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54864" cy="1051560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618488"/>
            <a:ext cx="46634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3057"/>
                </a:solidFill>
                <a:latin typeface="Aptos"/>
              </a:rP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11680"/>
            <a:ext cx="4663440" cy="27431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ptos"/>
              </a:rPr>
              <a:t>Web Development Intern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88920"/>
            <a:ext cx="50749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788920"/>
            <a:ext cx="54864" cy="1051560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990088"/>
            <a:ext cx="46634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3057"/>
                </a:solidFill>
                <a:latin typeface="Aptos"/>
              </a:rPr>
              <a:t>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383279"/>
            <a:ext cx="4663440" cy="27431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ptos"/>
              </a:rPr>
              <a:t>15 July 2026 – 15 August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788920"/>
            <a:ext cx="50749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2788920"/>
            <a:ext cx="54864" cy="1051560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2990088"/>
            <a:ext cx="46634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3057"/>
                </a:solidFill>
                <a:latin typeface="Aptos"/>
              </a:rPr>
              <a:t>Domain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83279"/>
            <a:ext cx="4847994" cy="49244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 dirty="0">
                <a:solidFill>
                  <a:srgbClr val="2D2D2D"/>
                </a:solidFill>
                <a:latin typeface="Aptos"/>
              </a:rPr>
              <a:t>Practical web development using HTML, CSS and JavaScript, with</a:t>
            </a:r>
            <a:endParaRPr lang="en-US" sz="1300" b="0" dirty="0">
              <a:solidFill>
                <a:srgbClr val="2D2D2D"/>
              </a:solidFill>
              <a:latin typeface="Aptos"/>
            </a:endParaRPr>
          </a:p>
          <a:p>
            <a:pPr algn="l"/>
            <a:r>
              <a:rPr sz="1300" b="0" dirty="0">
                <a:solidFill>
                  <a:srgbClr val="2D2D2D"/>
                </a:solidFill>
                <a:latin typeface="Aptos"/>
              </a:rPr>
              <a:t> emphasis on responsive and interactive applications.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60520"/>
            <a:ext cx="106527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4160520"/>
            <a:ext cx="54864" cy="1234440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4361688"/>
            <a:ext cx="102412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3057"/>
                </a:solidFill>
                <a:latin typeface="Aptos"/>
              </a:rPr>
              <a:t>Work Completed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54880"/>
            <a:ext cx="102412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ptos"/>
              </a:rPr>
              <a:t>Five web projects covering responsive design, JavaScript applications, games, portfolio development and weather data integration.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620256"/>
            <a:ext cx="4114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996696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143057"/>
                </a:solidFill>
                <a:latin typeface="Aptos Display"/>
              </a:rP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685800" cy="50292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3057"/>
          </a:solidFill>
          <a:ln>
            <a:solidFill>
              <a:srgbClr val="14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10332720" cy="452628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1783080"/>
            <a:ext cx="9509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• Gain practical experience in front-end web development.</a:t>
            </a:r>
          </a:p>
          <a:p>
            <a:pPr>
              <a:spcAft>
                <a:spcPts val="16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• Strengthen understanding of HTML, CSS and JavaScript.</a:t>
            </a:r>
          </a:p>
          <a:p>
            <a:pPr>
              <a:spcAft>
                <a:spcPts val="16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• Build responsive and user-friendly web pages.</a:t>
            </a:r>
          </a:p>
          <a:p>
            <a:pPr>
              <a:spcAft>
                <a:spcPts val="16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• Implement interactive functionality using JavaScript.</a:t>
            </a:r>
          </a:p>
          <a:p>
            <a:pPr>
              <a:spcAft>
                <a:spcPts val="16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• Understand basic API integration through a weather application.</a:t>
            </a:r>
          </a:p>
          <a:p>
            <a:pPr>
              <a:spcAft>
                <a:spcPts val="16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• Improve problem-solving, debugging and project-building skills.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20256"/>
            <a:ext cx="4114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996696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143057"/>
                </a:solidFill>
                <a:latin typeface="Aptos Display"/>
              </a:rPr>
              <a:t>TECHNOLOGIES &amp; TOOLS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685800" cy="50292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3057"/>
          </a:solidFill>
          <a:ln>
            <a:solidFill>
              <a:srgbClr val="14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4864" cy="1143000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18488"/>
            <a:ext cx="256032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143057"/>
                </a:solidFill>
                <a:latin typeface="Aptos"/>
              </a:rPr>
              <a:t>HTML5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597186" cy="43704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20" b="0" dirty="0">
                <a:solidFill>
                  <a:srgbClr val="2D2D2D"/>
                </a:solidFill>
                <a:latin typeface="Aptos"/>
              </a:rPr>
              <a:t>Structure of web pages and application</a:t>
            </a:r>
            <a:endParaRPr lang="en-US" sz="1120" b="0" dirty="0">
              <a:solidFill>
                <a:srgbClr val="2D2D2D"/>
              </a:solidFill>
              <a:latin typeface="Aptos"/>
            </a:endParaRPr>
          </a:p>
          <a:p>
            <a:pPr algn="l"/>
            <a:r>
              <a:rPr sz="1120" b="0" dirty="0">
                <a:solidFill>
                  <a:srgbClr val="2D2D2D"/>
                </a:solidFill>
                <a:latin typeface="Aptos"/>
              </a:rPr>
              <a:t> elements.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1732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60520" y="1417320"/>
            <a:ext cx="54864" cy="1143000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618488"/>
            <a:ext cx="256032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143057"/>
                </a:solidFill>
                <a:latin typeface="Aptos"/>
              </a:rPr>
              <a:t>CSS3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011680"/>
            <a:ext cx="25603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20" b="0">
                <a:solidFill>
                  <a:srgbClr val="2D2D2D"/>
                </a:solidFill>
                <a:latin typeface="Aptos"/>
              </a:rPr>
              <a:t>Styling, layout and responsive design.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41732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1417320"/>
            <a:ext cx="54864" cy="1143000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1618488"/>
            <a:ext cx="256032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143057"/>
                </a:solidFill>
                <a:latin typeface="Aptos"/>
              </a:rPr>
              <a:t>JavaScript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011680"/>
            <a:ext cx="25603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20" b="0">
                <a:solidFill>
                  <a:srgbClr val="2D2D2D"/>
                </a:solidFill>
                <a:latin typeface="Aptos"/>
              </a:rPr>
              <a:t>Interactivity, logic and dynamic behaviour.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88036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2880360"/>
            <a:ext cx="54864" cy="1143000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081528"/>
            <a:ext cx="256032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143057"/>
                </a:solidFill>
                <a:latin typeface="Aptos"/>
              </a:rPr>
              <a:t>VS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474720"/>
            <a:ext cx="25603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20" b="0">
                <a:solidFill>
                  <a:srgbClr val="2D2D2D"/>
                </a:solidFill>
                <a:latin typeface="Aptos"/>
              </a:rPr>
              <a:t>Primary code editor used for development.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288036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60520" y="2880360"/>
            <a:ext cx="54864" cy="1143000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3081528"/>
            <a:ext cx="256032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143057"/>
                </a:solidFill>
                <a:latin typeface="Aptos"/>
              </a:rPr>
              <a:t>GitHub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474720"/>
            <a:ext cx="2736647" cy="43704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20" b="0" dirty="0">
                <a:solidFill>
                  <a:srgbClr val="2D2D2D"/>
                </a:solidFill>
                <a:latin typeface="Aptos"/>
              </a:rPr>
              <a:t>Repository storage and versioned project </a:t>
            </a:r>
            <a:endParaRPr lang="en-US" sz="1120" b="0" dirty="0">
              <a:solidFill>
                <a:srgbClr val="2D2D2D"/>
              </a:solidFill>
              <a:latin typeface="Aptos"/>
            </a:endParaRPr>
          </a:p>
          <a:p>
            <a:pPr algn="l"/>
            <a:r>
              <a:rPr sz="1120" b="0" dirty="0">
                <a:solidFill>
                  <a:srgbClr val="2D2D2D"/>
                </a:solidFill>
                <a:latin typeface="Aptos"/>
              </a:rPr>
              <a:t>management.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288036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635240" y="2880360"/>
            <a:ext cx="54864" cy="1143000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0" y="3081528"/>
            <a:ext cx="256032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143057"/>
                </a:solidFill>
                <a:latin typeface="Aptos"/>
              </a:rPr>
              <a:t>Weather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474720"/>
            <a:ext cx="2419252" cy="43704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20" b="0" dirty="0">
                <a:solidFill>
                  <a:srgbClr val="2D2D2D"/>
                </a:solidFill>
                <a:latin typeface="Aptos"/>
              </a:rPr>
              <a:t>Fetches weather information for the </a:t>
            </a:r>
            <a:endParaRPr lang="en-US" sz="1120" b="0" dirty="0">
              <a:solidFill>
                <a:srgbClr val="2D2D2D"/>
              </a:solidFill>
              <a:latin typeface="Aptos"/>
            </a:endParaRPr>
          </a:p>
          <a:p>
            <a:pPr algn="l"/>
            <a:r>
              <a:rPr sz="1120" b="0" dirty="0">
                <a:solidFill>
                  <a:srgbClr val="2D2D2D"/>
                </a:solidFill>
                <a:latin typeface="Aptos"/>
              </a:rPr>
              <a:t>weather application.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620256"/>
            <a:ext cx="4114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996696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143057"/>
                </a:solidFill>
                <a:latin typeface="Aptos Display"/>
              </a:rPr>
              <a:t>PROJECTS COMPLETED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685800" cy="50292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3057"/>
          </a:solidFill>
          <a:ln>
            <a:solidFill>
              <a:srgbClr val="14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5029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A6232D"/>
                </a:solidFill>
                <a:latin typeface="Aptos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1435608"/>
            <a:ext cx="9144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81381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43057"/>
                </a:solidFill>
                <a:latin typeface="Aptos"/>
              </a:rPr>
              <a:t>Responsive Landing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029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A6232D"/>
                </a:solidFill>
                <a:latin typeface="Aptos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2350008"/>
            <a:ext cx="9144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74519" y="2505456"/>
            <a:ext cx="81381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43057"/>
                </a:solidFill>
                <a:latin typeface="Aptos"/>
              </a:rPr>
              <a:t>Stopwatch Web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5029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A6232D"/>
                </a:solidFill>
                <a:latin typeface="Aptos"/>
              </a:rPr>
              <a:t>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3264408"/>
            <a:ext cx="9144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74519" y="3419856"/>
            <a:ext cx="81381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43057"/>
                </a:solidFill>
                <a:latin typeface="Aptos"/>
              </a:rPr>
              <a:t>Tic-Tac-Toe Web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5029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A6232D"/>
                </a:solidFill>
                <a:latin typeface="Aptos"/>
              </a:rPr>
              <a:t>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4178807"/>
            <a:ext cx="9144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74519" y="4334256"/>
            <a:ext cx="81381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43057"/>
                </a:solidFill>
                <a:latin typeface="Aptos"/>
              </a:rPr>
              <a:t>Personal Portfolio Website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5029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A6232D"/>
                </a:solidFill>
                <a:latin typeface="Aptos"/>
              </a:rPr>
              <a:t>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54480" y="5093207"/>
            <a:ext cx="9144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74519" y="5248656"/>
            <a:ext cx="81381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43057"/>
                </a:solidFill>
                <a:latin typeface="Aptos"/>
              </a:rPr>
              <a:t>Weather Application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620256"/>
            <a:ext cx="4114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996696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143057"/>
                </a:solidFill>
                <a:latin typeface="Aptos Display"/>
              </a:rPr>
              <a:t>RESPONSIVE LANDING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685800" cy="50292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3057"/>
          </a:solidFill>
          <a:ln>
            <a:solidFill>
              <a:srgbClr val="14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1965960" cy="411480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90472"/>
            <a:ext cx="19659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PROJECT 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10561320" cy="324612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2514600"/>
            <a:ext cx="9784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Designed a responsive landing page using HTML, CSS and JavaScript.</a:t>
            </a:r>
          </a:p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Included navigation and multiple content sections.</a:t>
            </a:r>
          </a:p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Focused on a clean, user-friendly layout.</a:t>
            </a:r>
          </a:p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Made the page adaptable to different screen sizes.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620256"/>
            <a:ext cx="4114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996696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143057"/>
                </a:solidFill>
                <a:latin typeface="Aptos Display"/>
              </a:rPr>
              <a:t>STOPWATCH WEB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685800" cy="50292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3057"/>
          </a:solidFill>
          <a:ln>
            <a:solidFill>
              <a:srgbClr val="14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1965960" cy="411480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90472"/>
            <a:ext cx="19659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PROJECT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10561320" cy="324612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2514600"/>
            <a:ext cx="9784080" cy="1715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dirty="0"/>
              <a:t>• Developed an interactive stopwatch using JavaScript.</a:t>
            </a:r>
          </a:p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dirty="0"/>
              <a:t>• Implemented Start, Stop, Reset</a:t>
            </a:r>
            <a:r>
              <a:rPr lang="en-US" dirty="0"/>
              <a:t>, Pause</a:t>
            </a:r>
            <a:r>
              <a:rPr dirty="0"/>
              <a:t> and Lap functionality.</a:t>
            </a:r>
          </a:p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dirty="0"/>
              <a:t>• Used JavaScript timing and event handling.</a:t>
            </a:r>
          </a:p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dirty="0"/>
              <a:t>• Improved understanding of interactive web application logic.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620256"/>
            <a:ext cx="4114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996696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143057"/>
                </a:solidFill>
                <a:latin typeface="Aptos Display"/>
              </a:rPr>
              <a:t>TIC-TAC-TOE WEB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685800" cy="50292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3057"/>
          </a:solidFill>
          <a:ln>
            <a:solidFill>
              <a:srgbClr val="14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1965960" cy="411480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90472"/>
            <a:ext cx="19659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PROJECT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10561320" cy="324612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2514600"/>
            <a:ext cx="9784080" cy="1715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dirty="0"/>
              <a:t>• Created an interactive Tic-Tac-Toe game using HTML, CSS and JavaScript.</a:t>
            </a:r>
          </a:p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dirty="0"/>
              <a:t>• Implemented turn-based game logic</a:t>
            </a:r>
            <a:r>
              <a:rPr lang="en-US" dirty="0"/>
              <a:t> and also add for single user, player vs AI</a:t>
            </a:r>
            <a:r>
              <a:rPr dirty="0"/>
              <a:t>.</a:t>
            </a:r>
          </a:p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dirty="0"/>
              <a:t>• Added winner checking and game reset functionality.</a:t>
            </a:r>
          </a:p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dirty="0"/>
              <a:t>• Focused on simple and engaging user interaction.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620256"/>
            <a:ext cx="4114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996696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143057"/>
                </a:solidFill>
                <a:latin typeface="Aptos Display"/>
              </a:rPr>
              <a:t>PERSONAL PORTFOLIO WEBSITE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685800" cy="50292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3057"/>
          </a:solidFill>
          <a:ln>
            <a:solidFill>
              <a:srgbClr val="14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1965960" cy="411480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90472"/>
            <a:ext cx="19659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PROJECT 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10561320" cy="324612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2514600"/>
            <a:ext cx="9784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Designed a personal portfolio website using HTML, CSS and JavaScript.</a:t>
            </a:r>
          </a:p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Included About, Skills, Projects, Education and Contact sections.</a:t>
            </a:r>
          </a:p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Added responsive navigation and interactive page behaviour.</a:t>
            </a:r>
          </a:p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Created the portfolio to present academic and technical work professionally.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620256"/>
            <a:ext cx="4114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996696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143057"/>
                </a:solidFill>
                <a:latin typeface="Aptos Display"/>
              </a:rPr>
              <a:t>WEATHER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685800" cy="50292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3057"/>
          </a:solidFill>
          <a:ln>
            <a:solidFill>
              <a:srgbClr val="14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1965960" cy="411480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90472"/>
            <a:ext cx="19659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PROJECT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10561320" cy="324612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2514600"/>
            <a:ext cx="9784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Developed a weather application using a Weather API.</a:t>
            </a:r>
          </a:p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Allows users to search for weather by city.</a:t>
            </a:r>
          </a:p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Displays current weather information such as temperature and conditions.</a:t>
            </a:r>
          </a:p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Practised basic API integration and dynamic data display.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620256"/>
            <a:ext cx="4114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996696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143057"/>
                </a:solidFill>
                <a:latin typeface="Aptos Display"/>
              </a:rPr>
              <a:t>KEY LEARNINGS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685800" cy="50292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3057"/>
          </a:solidFill>
          <a:ln>
            <a:solidFill>
              <a:srgbClr val="14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10332720" cy="452628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1783080"/>
            <a:ext cx="9509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50">
                <a:solidFill>
                  <a:srgbClr val="2D2D2D"/>
                </a:solidFill>
                <a:latin typeface="Aptos"/>
              </a:defRPr>
            </a:pPr>
            <a:r>
              <a:t>• Improved practical skills in HTML, CSS and JavaScript.</a:t>
            </a:r>
          </a:p>
          <a:p>
            <a:pPr>
              <a:spcAft>
                <a:spcPts val="1600"/>
              </a:spcAft>
              <a:defRPr sz="1750">
                <a:solidFill>
                  <a:srgbClr val="2D2D2D"/>
                </a:solidFill>
                <a:latin typeface="Aptos"/>
              </a:defRPr>
            </a:pPr>
            <a:r>
              <a:t>• Learned to create responsive and interactive web pages.</a:t>
            </a:r>
          </a:p>
          <a:p>
            <a:pPr>
              <a:spcAft>
                <a:spcPts val="1600"/>
              </a:spcAft>
              <a:defRPr sz="1750">
                <a:solidFill>
                  <a:srgbClr val="2D2D2D"/>
                </a:solidFill>
                <a:latin typeface="Aptos"/>
              </a:defRPr>
            </a:pPr>
            <a:r>
              <a:t>• Understood JavaScript logic, events and application behaviour.</a:t>
            </a:r>
          </a:p>
          <a:p>
            <a:pPr>
              <a:spcAft>
                <a:spcPts val="1600"/>
              </a:spcAft>
              <a:defRPr sz="1750">
                <a:solidFill>
                  <a:srgbClr val="2D2D2D"/>
                </a:solidFill>
                <a:latin typeface="Aptos"/>
              </a:defRPr>
            </a:pPr>
            <a:r>
              <a:t>• Gained basic experience with API integration through the Weather Application.</a:t>
            </a:r>
          </a:p>
          <a:p>
            <a:pPr>
              <a:spcAft>
                <a:spcPts val="1600"/>
              </a:spcAft>
              <a:defRPr sz="1750">
                <a:solidFill>
                  <a:srgbClr val="2D2D2D"/>
                </a:solidFill>
                <a:latin typeface="Aptos"/>
              </a:defRPr>
            </a:pPr>
            <a:r>
              <a:t>• Practised using GitHub for project repositories and versioned work.</a:t>
            </a:r>
          </a:p>
          <a:p>
            <a:pPr>
              <a:spcAft>
                <a:spcPts val="1600"/>
              </a:spcAft>
              <a:defRPr sz="1750">
                <a:solidFill>
                  <a:srgbClr val="2D2D2D"/>
                </a:solidFill>
                <a:latin typeface="Aptos"/>
              </a:defRPr>
            </a:pPr>
            <a:r>
              <a:t>• Improved debugging, problem-solving and confidence in web development.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20256"/>
            <a:ext cx="4114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996696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143057"/>
                </a:solidFill>
                <a:latin typeface="Aptos Display"/>
              </a:rPr>
              <a:t>INTERNSHIP OUTCOME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685800" cy="50292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3057"/>
          </a:solidFill>
          <a:ln>
            <a:solidFill>
              <a:srgbClr val="14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10332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1417320"/>
            <a:ext cx="54864" cy="1234440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1618488"/>
            <a:ext cx="99212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3057"/>
                </a:solidFill>
                <a:latin typeface="Aptos"/>
              </a:rPr>
              <a:t>Technical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011680"/>
            <a:ext cx="10160730" cy="49244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 dirty="0">
                <a:solidFill>
                  <a:srgbClr val="2D2D2D"/>
                </a:solidFill>
                <a:latin typeface="Aptos"/>
              </a:rPr>
              <a:t>The internship strengthened practical understanding of front-end development and provided experience applying HTML, CSS and JavaScript </a:t>
            </a:r>
            <a:endParaRPr lang="en-US" sz="1300" b="0" dirty="0">
              <a:solidFill>
                <a:srgbClr val="2D2D2D"/>
              </a:solidFill>
              <a:latin typeface="Aptos"/>
            </a:endParaRPr>
          </a:p>
          <a:p>
            <a:pPr algn="l"/>
            <a:r>
              <a:rPr sz="1300" b="0" dirty="0">
                <a:solidFill>
                  <a:srgbClr val="2D2D2D"/>
                </a:solidFill>
                <a:latin typeface="Aptos"/>
              </a:rPr>
              <a:t>to project-based tasks.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834640"/>
            <a:ext cx="10332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4400" y="2834640"/>
            <a:ext cx="54864" cy="1234440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3035808"/>
            <a:ext cx="99212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3057"/>
                </a:solidFill>
                <a:latin typeface="Aptos"/>
              </a:rPr>
              <a:t>Professional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99212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ptos"/>
              </a:rPr>
              <a:t>Working through multiple projects improved the ability to plan, build, test and refine web applications.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251960"/>
            <a:ext cx="10332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" y="4251960"/>
            <a:ext cx="54864" cy="1234440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4453128"/>
            <a:ext cx="99212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43057"/>
                </a:solidFill>
                <a:latin typeface="Aptos"/>
              </a:rPr>
              <a:t>Overall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846320"/>
            <a:ext cx="9824228" cy="49244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 dirty="0">
                <a:solidFill>
                  <a:srgbClr val="2D2D2D"/>
                </a:solidFill>
                <a:latin typeface="Aptos"/>
              </a:rPr>
              <a:t>The internship provided valuable hands-on exposure to web development and strengthened the foundation for further learning in Cloud </a:t>
            </a:r>
            <a:endParaRPr lang="en-US" sz="1300" b="0" dirty="0">
              <a:solidFill>
                <a:srgbClr val="2D2D2D"/>
              </a:solidFill>
              <a:latin typeface="Aptos"/>
            </a:endParaRPr>
          </a:p>
          <a:p>
            <a:pPr algn="l"/>
            <a:r>
              <a:rPr sz="1300" b="0" dirty="0">
                <a:solidFill>
                  <a:srgbClr val="2D2D2D"/>
                </a:solidFill>
                <a:latin typeface="Aptos"/>
              </a:rPr>
              <a:t>Computing, DevOps and modern technologies.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620256"/>
            <a:ext cx="4114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996696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143057"/>
                </a:solidFill>
                <a:latin typeface="Aptos Display"/>
              </a:rPr>
              <a:t>INTERNSHIP COMPLETION CERTIFICATE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24128"/>
            <a:ext cx="685800" cy="50292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3057"/>
          </a:solidFill>
          <a:ln>
            <a:solidFill>
              <a:srgbClr val="14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74519" y="1325880"/>
            <a:ext cx="845820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64240" y="6620256"/>
            <a:ext cx="4114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7C852D-40DC-B33B-23EF-815F7ED5A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1298448"/>
            <a:ext cx="8496000" cy="4897333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3057"/>
          </a:solidFill>
          <a:ln>
            <a:solidFill>
              <a:srgbClr val="14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191695" cy="41148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965960"/>
            <a:ext cx="8531352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3200" b="1">
                <a:solidFill>
                  <a:srgbClr val="143057"/>
                </a:solidFill>
                <a:latin typeface="Aptos Display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983480" y="2788920"/>
            <a:ext cx="2240280" cy="50292"/>
          </a:xfrm>
          <a:prstGeom prst="rect">
            <a:avLst/>
          </a:prstGeom>
          <a:solidFill>
            <a:srgbClr val="A6232D"/>
          </a:solidFill>
          <a:ln>
            <a:solidFill>
              <a:srgbClr val="A6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85425" y="3154680"/>
            <a:ext cx="1018099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lang="en-US" b="1" dirty="0">
                <a:solidFill>
                  <a:srgbClr val="2D2D2D"/>
                </a:solidFill>
                <a:latin typeface="Aptos"/>
              </a:rPr>
              <a:t>Ravi Raj</a:t>
            </a:r>
            <a:endParaRPr sz="1800" b="1" dirty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17912" y="3657600"/>
            <a:ext cx="2753126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 dirty="0" err="1">
                <a:solidFill>
                  <a:srgbClr val="5F6973"/>
                </a:solidFill>
                <a:latin typeface="Aptos"/>
              </a:rPr>
              <a:t>B.Tech</a:t>
            </a:r>
            <a:r>
              <a:rPr sz="1400" b="0" dirty="0">
                <a:solidFill>
                  <a:srgbClr val="5F6973"/>
                </a:solidFill>
                <a:latin typeface="Aptos"/>
              </a:rPr>
              <a:t> CSE | </a:t>
            </a:r>
            <a:r>
              <a:rPr lang="en-US" sz="1400" dirty="0">
                <a:solidFill>
                  <a:srgbClr val="5F6973"/>
                </a:solidFill>
                <a:latin typeface="Aptos"/>
              </a:rPr>
              <a:t>AI/ML </a:t>
            </a:r>
            <a:r>
              <a:rPr sz="1400" b="0" dirty="0" err="1">
                <a:solidFill>
                  <a:srgbClr val="5F6973"/>
                </a:solidFill>
                <a:latin typeface="Aptos"/>
              </a:rPr>
              <a:t>Specialisation</a:t>
            </a:r>
            <a:endParaRPr sz="1400" b="0" dirty="0">
              <a:solidFill>
                <a:srgbClr val="5F697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4096512"/>
            <a:ext cx="8531352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0">
                <a:solidFill>
                  <a:srgbClr val="5F6973"/>
                </a:solidFill>
                <a:latin typeface="Aptos"/>
              </a:rPr>
              <a:t>Web Development Internship | Prodigy InfoTech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800600"/>
            <a:ext cx="8531352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264E79"/>
                </a:solidFill>
                <a:latin typeface="Aptos"/>
              </a:rPr>
              <a:t>IILM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654</Words>
  <Application>Microsoft Office PowerPoint</Application>
  <PresentationFormat>Widescreen</PresentationFormat>
  <Paragraphs>132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Ravi Raj</dc:creator>
  <cp:keywords/>
  <dc:description>generated using python-pptx</dc:description>
  <cp:lastModifiedBy>Ravi Raj</cp:lastModifiedBy>
  <cp:revision>4</cp:revision>
  <dcterms:created xsi:type="dcterms:W3CDTF">2013-01-27T09:14:16Z</dcterms:created>
  <dcterms:modified xsi:type="dcterms:W3CDTF">2026-08-29T16:05:44Z</dcterms:modified>
  <cp:category/>
</cp:coreProperties>
</file>