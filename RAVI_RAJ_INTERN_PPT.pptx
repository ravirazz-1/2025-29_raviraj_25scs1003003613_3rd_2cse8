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71" r:id="rId3"/>
    <p:sldId id="272" r:id="rId4"/>
    <p:sldId id="273" r:id="rId5"/>
    <p:sldId id="274" r:id="rId6"/>
    <p:sldId id="275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7" d="100"/>
          <a:sy n="77" d="100"/>
        </p:scale>
        <p:origin x="883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719779-0851-42C9-B4E6-D85113EB618A}" type="datetimeFigureOut">
              <a:rPr lang="en-IN" smtClean="0"/>
              <a:t>29-08-2026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389556-992C-4AAA-AAE2-31DECFDF9F0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7756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3057"/>
          </a:solidFill>
          <a:ln>
            <a:solidFill>
              <a:srgbClr val="1430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12191695" cy="41148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66495" y="2240280"/>
            <a:ext cx="5655972" cy="538609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900" b="1" dirty="0">
                <a:solidFill>
                  <a:srgbClr val="143057"/>
                </a:solidFill>
                <a:latin typeface="Aptos Display"/>
              </a:rPr>
              <a:t>IILM UNIVERSITY</a:t>
            </a:r>
            <a:r>
              <a:rPr lang="en-US" sz="2900" b="1" dirty="0">
                <a:solidFill>
                  <a:srgbClr val="143057"/>
                </a:solidFill>
                <a:latin typeface="Aptos Display"/>
              </a:rPr>
              <a:t> GREATER NOIDA</a:t>
            </a:r>
            <a:endParaRPr sz="2900" b="1" dirty="0">
              <a:solidFill>
                <a:srgbClr val="143057"/>
              </a:solidFill>
              <a:latin typeface="Aptos Display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160520" y="2907792"/>
            <a:ext cx="3886200" cy="31089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>
                <a:solidFill>
                  <a:srgbClr val="A6232D"/>
                </a:solidFill>
                <a:latin typeface="Aptos"/>
              </a:rPr>
              <a:t>STUDENT DETAILS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3401568"/>
            <a:ext cx="6446520" cy="224028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46120" y="3639312"/>
            <a:ext cx="16002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50" b="1">
                <a:solidFill>
                  <a:srgbClr val="5F6973"/>
                </a:solidFill>
                <a:latin typeface="Aptos"/>
              </a:rPr>
              <a:t>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3630168"/>
            <a:ext cx="762260" cy="284693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lang="en-US" sz="1250" b="1" dirty="0">
                <a:solidFill>
                  <a:srgbClr val="2D2D2D"/>
                </a:solidFill>
                <a:latin typeface="Aptos"/>
              </a:rPr>
              <a:t>Ravi Raj</a:t>
            </a:r>
            <a:endParaRPr sz="1250" b="1" dirty="0">
              <a:solidFill>
                <a:srgbClr val="2D2D2D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46120" y="3959352"/>
            <a:ext cx="16002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50" b="1">
                <a:solidFill>
                  <a:srgbClr val="5F6973"/>
                </a:solidFill>
                <a:latin typeface="Aptos"/>
              </a:rPr>
              <a:t>Enrollment No.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3950208"/>
            <a:ext cx="1510350" cy="284693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50" b="1" dirty="0">
                <a:solidFill>
                  <a:srgbClr val="2D2D2D"/>
                </a:solidFill>
                <a:latin typeface="Aptos"/>
              </a:rPr>
              <a:t>25SCS100300</a:t>
            </a:r>
            <a:r>
              <a:rPr lang="en-US" sz="1250" b="1" dirty="0">
                <a:solidFill>
                  <a:srgbClr val="2D2D2D"/>
                </a:solidFill>
                <a:latin typeface="Aptos"/>
              </a:rPr>
              <a:t>3613</a:t>
            </a:r>
            <a:endParaRPr sz="1250" b="1" dirty="0">
              <a:solidFill>
                <a:srgbClr val="2D2D2D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246120" y="4279392"/>
            <a:ext cx="16002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50" b="1">
                <a:solidFill>
                  <a:srgbClr val="5F6973"/>
                </a:solidFill>
                <a:latin typeface="Aptos"/>
              </a:rPr>
              <a:t>Program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4270248"/>
            <a:ext cx="40690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50" b="1">
                <a:solidFill>
                  <a:srgbClr val="2D2D2D"/>
                </a:solidFill>
                <a:latin typeface="Aptos"/>
              </a:rPr>
              <a:t>B.Tech CSE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4599431"/>
            <a:ext cx="16002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50" b="1">
                <a:solidFill>
                  <a:srgbClr val="5F6973"/>
                </a:solidFill>
                <a:latin typeface="Aptos"/>
              </a:rPr>
              <a:t>Specialisation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4590288"/>
            <a:ext cx="606256" cy="284693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lang="en-US" sz="1250" b="1" dirty="0">
                <a:solidFill>
                  <a:srgbClr val="2D2D2D"/>
                </a:solidFill>
                <a:latin typeface="Aptos"/>
              </a:rPr>
              <a:t>AI/ML</a:t>
            </a:r>
            <a:endParaRPr sz="1250" b="1" dirty="0">
              <a:solidFill>
                <a:srgbClr val="2D2D2D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246120" y="4919471"/>
            <a:ext cx="16002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50" b="1">
                <a:solidFill>
                  <a:srgbClr val="5F6973"/>
                </a:solidFill>
                <a:latin typeface="Aptos"/>
              </a:rPr>
              <a:t>Semester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4910327"/>
            <a:ext cx="40690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50" b="1">
                <a:solidFill>
                  <a:srgbClr val="2D2D2D"/>
                </a:solidFill>
                <a:latin typeface="Aptos"/>
              </a:rPr>
              <a:t>3rd Semester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5239511"/>
            <a:ext cx="888385" cy="26930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50" b="1" dirty="0">
                <a:solidFill>
                  <a:srgbClr val="5F6973"/>
                </a:solidFill>
                <a:latin typeface="Aptos"/>
              </a:rPr>
              <a:t>Academic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5230367"/>
            <a:ext cx="748923" cy="284693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50" b="1" dirty="0">
                <a:solidFill>
                  <a:srgbClr val="2D2D2D"/>
                </a:solidFill>
                <a:latin typeface="Aptos"/>
              </a:rPr>
              <a:t>202</a:t>
            </a:r>
            <a:r>
              <a:rPr lang="en-US" sz="1250" b="1" dirty="0">
                <a:solidFill>
                  <a:srgbClr val="2D2D2D"/>
                </a:solidFill>
                <a:latin typeface="Aptos"/>
              </a:rPr>
              <a:t>5-29</a:t>
            </a:r>
            <a:endParaRPr sz="1250" b="1" dirty="0">
              <a:solidFill>
                <a:srgbClr val="2D2D2D"/>
              </a:solidFill>
              <a:latin typeface="Aptos"/>
            </a:endParaRPr>
          </a:p>
        </p:txBody>
      </p:sp>
      <p:pic>
        <p:nvPicPr>
          <p:cNvPr id="21" name="image1.png">
            <a:extLst>
              <a:ext uri="{FF2B5EF4-FFF2-40B4-BE49-F238E27FC236}">
                <a16:creationId xmlns:a16="http://schemas.microsoft.com/office/drawing/2014/main" id="{F818C62E-BCB8-44B1-2874-68AB0440191B}"/>
              </a:ext>
            </a:extLst>
          </p:cNvPr>
          <p:cNvPicPr/>
          <p:nvPr/>
        </p:nvPicPr>
        <p:blipFill>
          <a:blip r:embed="rId2"/>
          <a:srcRect/>
          <a:stretch>
            <a:fillRect/>
          </a:stretch>
        </p:blipFill>
        <p:spPr>
          <a:xfrm>
            <a:off x="4984955" y="542594"/>
            <a:ext cx="1779639" cy="1542237"/>
          </a:xfrm>
          <a:prstGeom prst="rect">
            <a:avLst/>
          </a:prstGeom>
          <a:ln/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675BA7C7-310F-5CEC-9EDA-7AE2EAA6BAEE}"/>
              </a:ext>
            </a:extLst>
          </p:cNvPr>
          <p:cNvSpPr/>
          <p:nvPr/>
        </p:nvSpPr>
        <p:spPr>
          <a:xfrm>
            <a:off x="0" y="6616678"/>
            <a:ext cx="12191695" cy="256032"/>
          </a:xfrm>
          <a:prstGeom prst="rect">
            <a:avLst/>
          </a:prstGeom>
          <a:solidFill>
            <a:srgbClr val="143057"/>
          </a:solidFill>
          <a:ln>
            <a:solidFill>
              <a:srgbClr val="1430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                                                                                                                                                                                                                   </a:t>
            </a:r>
            <a:r>
              <a:rPr lang="en-US" sz="850" dirty="0"/>
              <a:t>1</a:t>
            </a:r>
            <a:endParaRPr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9286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15320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72418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3651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57546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75488"/>
            <a:ext cx="996696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143057"/>
                </a:solidFill>
                <a:latin typeface="Aptos Display"/>
              </a:rPr>
              <a:t>WEB DEVELOPMENT INTERNSHIP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685800" cy="50292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3057"/>
          </a:solidFill>
          <a:ln>
            <a:solidFill>
              <a:srgbClr val="1430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1069848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800" b="1">
                <a:solidFill>
                  <a:srgbClr val="143057"/>
                </a:solidFill>
                <a:latin typeface="Aptos Display"/>
              </a:rPr>
              <a:t>INTERNSHIP PRESENTATION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892040" y="2148840"/>
            <a:ext cx="2423160" cy="50292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06240" y="2788920"/>
            <a:ext cx="3749039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300" b="1">
                <a:solidFill>
                  <a:srgbClr val="5F6973"/>
                </a:solidFill>
                <a:latin typeface="Aptos"/>
              </a:rPr>
              <a:t>Organization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154680"/>
            <a:ext cx="630936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500" b="1">
                <a:solidFill>
                  <a:srgbClr val="2D2D2D"/>
                </a:solidFill>
                <a:latin typeface="Aptos"/>
              </a:rPr>
              <a:t>Prodigy InfoTech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3840480"/>
            <a:ext cx="63093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500" b="0">
                <a:solidFill>
                  <a:srgbClr val="264E79"/>
                </a:solidFill>
                <a:latin typeface="Aptos"/>
              </a:rPr>
              <a:t>Role: Web Development Intern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315968"/>
            <a:ext cx="630936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0">
                <a:solidFill>
                  <a:srgbClr val="5F6973"/>
                </a:solidFill>
                <a:latin typeface="Aptos"/>
              </a:rPr>
              <a:t>15 July 2026 – 15 August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620256"/>
            <a:ext cx="41148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850" b="1" dirty="0">
                <a:solidFill>
                  <a:srgbClr val="FFFFFF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75488"/>
            <a:ext cx="996696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143057"/>
                </a:solidFill>
                <a:latin typeface="Aptos Display"/>
              </a:rPr>
              <a:t>INTERNSHIP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685800" cy="50292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3057"/>
          </a:solidFill>
          <a:ln>
            <a:solidFill>
              <a:srgbClr val="1430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0749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54864" cy="1051560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618488"/>
            <a:ext cx="466344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143057"/>
                </a:solidFill>
                <a:latin typeface="Aptos"/>
              </a:rPr>
              <a:t>Organization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663440" cy="274319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2D2D2D"/>
                </a:solidFill>
                <a:latin typeface="Aptos"/>
              </a:rPr>
              <a:t>Prodigy InfoTech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0749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9360" y="1417320"/>
            <a:ext cx="54864" cy="1051560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1618488"/>
            <a:ext cx="466344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143057"/>
                </a:solidFill>
                <a:latin typeface="Aptos"/>
              </a:rPr>
              <a:t>Role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011680"/>
            <a:ext cx="4663440" cy="274319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2D2D2D"/>
                </a:solidFill>
                <a:latin typeface="Aptos"/>
              </a:rPr>
              <a:t>Web Development Intern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788920"/>
            <a:ext cx="50749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31520" y="2788920"/>
            <a:ext cx="54864" cy="1051560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2990088"/>
            <a:ext cx="466344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143057"/>
                </a:solidFill>
                <a:latin typeface="Aptos"/>
              </a:rPr>
              <a:t>Duration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383279"/>
            <a:ext cx="4663440" cy="274319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2D2D2D"/>
                </a:solidFill>
                <a:latin typeface="Aptos"/>
              </a:rPr>
              <a:t>15 July 2026 – 15 August 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788920"/>
            <a:ext cx="50749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309360" y="2788920"/>
            <a:ext cx="54864" cy="1051560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37960" y="2990088"/>
            <a:ext cx="466344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143057"/>
                </a:solidFill>
                <a:latin typeface="Aptos"/>
              </a:rPr>
              <a:t>Domain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383279"/>
            <a:ext cx="4847994" cy="492443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 dirty="0">
                <a:solidFill>
                  <a:srgbClr val="2D2D2D"/>
                </a:solidFill>
                <a:latin typeface="Aptos"/>
              </a:rPr>
              <a:t>Practical web development using HTML, CSS and JavaScript, with</a:t>
            </a:r>
            <a:endParaRPr lang="en-US" sz="1300" b="0" dirty="0">
              <a:solidFill>
                <a:srgbClr val="2D2D2D"/>
              </a:solidFill>
              <a:latin typeface="Aptos"/>
            </a:endParaRPr>
          </a:p>
          <a:p>
            <a:pPr algn="l"/>
            <a:r>
              <a:rPr sz="1300" b="0" dirty="0">
                <a:solidFill>
                  <a:srgbClr val="2D2D2D"/>
                </a:solidFill>
                <a:latin typeface="Aptos"/>
              </a:rPr>
              <a:t> emphasis on responsive and interactive applications.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160520"/>
            <a:ext cx="1065276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31520" y="4160520"/>
            <a:ext cx="54864" cy="1234440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0120" y="4361688"/>
            <a:ext cx="1024128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143057"/>
                </a:solidFill>
                <a:latin typeface="Aptos"/>
              </a:rPr>
              <a:t>Work Completed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754880"/>
            <a:ext cx="1024128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2D2D2D"/>
                </a:solidFill>
                <a:latin typeface="Aptos"/>
              </a:rPr>
              <a:t>Five web projects covering responsive design, JavaScript applications, games, portfolio development and weather data integration.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620256"/>
            <a:ext cx="41148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8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75488"/>
            <a:ext cx="996696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143057"/>
                </a:solidFill>
                <a:latin typeface="Aptos Display"/>
              </a:rPr>
              <a:t>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685800" cy="50292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3057"/>
          </a:solidFill>
          <a:ln>
            <a:solidFill>
              <a:srgbClr val="1430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14400" y="1417320"/>
            <a:ext cx="10332720" cy="452628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25880" y="1783080"/>
            <a:ext cx="95097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2D2D2D"/>
                </a:solidFill>
                <a:latin typeface="Aptos"/>
              </a:defRPr>
            </a:pPr>
            <a:r>
              <a:t>• Gain practical experience in front-end web development.</a:t>
            </a:r>
          </a:p>
          <a:p>
            <a:pPr>
              <a:spcAft>
                <a:spcPts val="1600"/>
              </a:spcAft>
              <a:defRPr sz="1800">
                <a:solidFill>
                  <a:srgbClr val="2D2D2D"/>
                </a:solidFill>
                <a:latin typeface="Aptos"/>
              </a:defRPr>
            </a:pPr>
            <a:r>
              <a:t>• Strengthen understanding of HTML, CSS and JavaScript.</a:t>
            </a:r>
          </a:p>
          <a:p>
            <a:pPr>
              <a:spcAft>
                <a:spcPts val="1600"/>
              </a:spcAft>
              <a:defRPr sz="1800">
                <a:solidFill>
                  <a:srgbClr val="2D2D2D"/>
                </a:solidFill>
                <a:latin typeface="Aptos"/>
              </a:defRPr>
            </a:pPr>
            <a:r>
              <a:t>• Build responsive and user-friendly web pages.</a:t>
            </a:r>
          </a:p>
          <a:p>
            <a:pPr>
              <a:spcAft>
                <a:spcPts val="1600"/>
              </a:spcAft>
              <a:defRPr sz="1800">
                <a:solidFill>
                  <a:srgbClr val="2D2D2D"/>
                </a:solidFill>
                <a:latin typeface="Aptos"/>
              </a:defRPr>
            </a:pPr>
            <a:r>
              <a:t>• Implement interactive functionality using JavaScript.</a:t>
            </a:r>
          </a:p>
          <a:p>
            <a:pPr>
              <a:spcAft>
                <a:spcPts val="1600"/>
              </a:spcAft>
              <a:defRPr sz="1800">
                <a:solidFill>
                  <a:srgbClr val="2D2D2D"/>
                </a:solidFill>
                <a:latin typeface="Aptos"/>
              </a:defRPr>
            </a:pPr>
            <a:r>
              <a:t>• Understand basic API integration through a weather application.</a:t>
            </a:r>
          </a:p>
          <a:p>
            <a:pPr>
              <a:spcAft>
                <a:spcPts val="1600"/>
              </a:spcAft>
              <a:defRPr sz="1800">
                <a:solidFill>
                  <a:srgbClr val="2D2D2D"/>
                </a:solidFill>
                <a:latin typeface="Aptos"/>
              </a:defRPr>
            </a:pPr>
            <a:r>
              <a:t>• Improve problem-solving, debugging and project-building skills.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20256"/>
            <a:ext cx="41148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8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75488"/>
            <a:ext cx="996696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143057"/>
                </a:solidFill>
                <a:latin typeface="Aptos Display"/>
              </a:rPr>
              <a:t>TECHNOLOGIES &amp; TOOLS USED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685800" cy="50292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3057"/>
          </a:solidFill>
          <a:ln>
            <a:solidFill>
              <a:srgbClr val="1430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4864" cy="1143000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618488"/>
            <a:ext cx="256032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50" b="1">
                <a:solidFill>
                  <a:srgbClr val="143057"/>
                </a:solidFill>
                <a:latin typeface="Aptos"/>
              </a:rPr>
              <a:t>HTML5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2597186" cy="437043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20" b="0" dirty="0">
                <a:solidFill>
                  <a:srgbClr val="2D2D2D"/>
                </a:solidFill>
                <a:latin typeface="Aptos"/>
              </a:rPr>
              <a:t>Structure of web pages and application</a:t>
            </a:r>
            <a:endParaRPr lang="en-US" sz="1120" b="0" dirty="0">
              <a:solidFill>
                <a:srgbClr val="2D2D2D"/>
              </a:solidFill>
              <a:latin typeface="Aptos"/>
            </a:endParaRPr>
          </a:p>
          <a:p>
            <a:pPr algn="l"/>
            <a:r>
              <a:rPr sz="1120" b="0" dirty="0">
                <a:solidFill>
                  <a:srgbClr val="2D2D2D"/>
                </a:solidFill>
                <a:latin typeface="Aptos"/>
              </a:rPr>
              <a:t> elements.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1417320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60520" y="1417320"/>
            <a:ext cx="54864" cy="1143000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0" y="1618488"/>
            <a:ext cx="256032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50" b="1">
                <a:solidFill>
                  <a:srgbClr val="143057"/>
                </a:solidFill>
                <a:latin typeface="Aptos"/>
              </a:rPr>
              <a:t>CSS3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011680"/>
            <a:ext cx="256032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20" b="0">
                <a:solidFill>
                  <a:srgbClr val="2D2D2D"/>
                </a:solidFill>
                <a:latin typeface="Aptos"/>
              </a:rPr>
              <a:t>Styling, layout and responsive design.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1417320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635240" y="1417320"/>
            <a:ext cx="54864" cy="1143000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63840" y="1618488"/>
            <a:ext cx="256032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50" b="1">
                <a:solidFill>
                  <a:srgbClr val="143057"/>
                </a:solidFill>
                <a:latin typeface="Aptos"/>
              </a:rPr>
              <a:t>JavaScript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256032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20" b="0">
                <a:solidFill>
                  <a:srgbClr val="2D2D2D"/>
                </a:solidFill>
                <a:latin typeface="Aptos"/>
              </a:rPr>
              <a:t>Interactivity, logic and dynamic behaviour.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2880360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85800" y="2880360"/>
            <a:ext cx="54864" cy="1143000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3081528"/>
            <a:ext cx="256032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50" b="1">
                <a:solidFill>
                  <a:srgbClr val="143057"/>
                </a:solidFill>
                <a:latin typeface="Aptos"/>
              </a:rPr>
              <a:t>VS 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474720"/>
            <a:ext cx="256032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20" b="0">
                <a:solidFill>
                  <a:srgbClr val="2D2D2D"/>
                </a:solidFill>
                <a:latin typeface="Aptos"/>
              </a:rPr>
              <a:t>Primary code editor used for development.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0520" y="2880360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160520" y="2880360"/>
            <a:ext cx="54864" cy="1143000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89120" y="3081528"/>
            <a:ext cx="256032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50" b="1">
                <a:solidFill>
                  <a:srgbClr val="143057"/>
                </a:solidFill>
                <a:latin typeface="Aptos"/>
              </a:rPr>
              <a:t>GitHub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3474720"/>
            <a:ext cx="2736647" cy="437043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20" b="0" dirty="0">
                <a:solidFill>
                  <a:srgbClr val="2D2D2D"/>
                </a:solidFill>
                <a:latin typeface="Aptos"/>
              </a:rPr>
              <a:t>Repository storage and versioned project </a:t>
            </a:r>
            <a:endParaRPr lang="en-US" sz="1120" b="0" dirty="0">
              <a:solidFill>
                <a:srgbClr val="2D2D2D"/>
              </a:solidFill>
              <a:latin typeface="Aptos"/>
            </a:endParaRPr>
          </a:p>
          <a:p>
            <a:pPr algn="l"/>
            <a:r>
              <a:rPr sz="1120" b="0" dirty="0">
                <a:solidFill>
                  <a:srgbClr val="2D2D2D"/>
                </a:solidFill>
                <a:latin typeface="Aptos"/>
              </a:rPr>
              <a:t>management.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35240" y="2880360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635240" y="2880360"/>
            <a:ext cx="54864" cy="1143000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863840" y="3081528"/>
            <a:ext cx="256032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50" b="1">
                <a:solidFill>
                  <a:srgbClr val="143057"/>
                </a:solidFill>
                <a:latin typeface="Aptos"/>
              </a:rPr>
              <a:t>Weather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3474720"/>
            <a:ext cx="2419252" cy="437043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20" b="0" dirty="0">
                <a:solidFill>
                  <a:srgbClr val="2D2D2D"/>
                </a:solidFill>
                <a:latin typeface="Aptos"/>
              </a:rPr>
              <a:t>Fetches weather information for the </a:t>
            </a:r>
            <a:endParaRPr lang="en-US" sz="1120" b="0" dirty="0">
              <a:solidFill>
                <a:srgbClr val="2D2D2D"/>
              </a:solidFill>
              <a:latin typeface="Aptos"/>
            </a:endParaRPr>
          </a:p>
          <a:p>
            <a:pPr algn="l"/>
            <a:r>
              <a:rPr sz="1120" b="0" dirty="0">
                <a:solidFill>
                  <a:srgbClr val="2D2D2D"/>
                </a:solidFill>
                <a:latin typeface="Aptos"/>
              </a:rPr>
              <a:t>weather application.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620256"/>
            <a:ext cx="41148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8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75488"/>
            <a:ext cx="996696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143057"/>
                </a:solidFill>
                <a:latin typeface="Aptos Display"/>
              </a:rPr>
              <a:t>PROJECTS COMPLETED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685800" cy="50292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3057"/>
          </a:solidFill>
          <a:ln>
            <a:solidFill>
              <a:srgbClr val="1430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417320"/>
            <a:ext cx="50292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300" b="1">
                <a:solidFill>
                  <a:srgbClr val="A6232D"/>
                </a:solidFill>
                <a:latin typeface="Aptos"/>
              </a:rPr>
              <a:t>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435608"/>
            <a:ext cx="9144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874519" y="1591056"/>
            <a:ext cx="813816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1">
                <a:solidFill>
                  <a:srgbClr val="143057"/>
                </a:solidFill>
                <a:latin typeface="Aptos"/>
              </a:rPr>
              <a:t>Responsive Landing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50292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300" b="1">
                <a:solidFill>
                  <a:srgbClr val="A6232D"/>
                </a:solidFill>
                <a:latin typeface="Aptos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2350008"/>
            <a:ext cx="9144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874519" y="2505456"/>
            <a:ext cx="813816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1">
                <a:solidFill>
                  <a:srgbClr val="143057"/>
                </a:solidFill>
                <a:latin typeface="Aptos"/>
              </a:rPr>
              <a:t>Stopwatch Web Application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46120"/>
            <a:ext cx="50292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300" b="1">
                <a:solidFill>
                  <a:srgbClr val="A6232D"/>
                </a:solidFill>
                <a:latin typeface="Aptos"/>
              </a:rPr>
              <a:t>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3264408"/>
            <a:ext cx="9144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874519" y="3419856"/>
            <a:ext cx="813816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1">
                <a:solidFill>
                  <a:srgbClr val="143057"/>
                </a:solidFill>
                <a:latin typeface="Aptos"/>
              </a:rPr>
              <a:t>Tic-Tac-Toe Web 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50292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300" b="1">
                <a:solidFill>
                  <a:srgbClr val="A6232D"/>
                </a:solidFill>
                <a:latin typeface="Aptos"/>
              </a:rPr>
              <a:t>04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54480" y="4178807"/>
            <a:ext cx="9144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874519" y="4334256"/>
            <a:ext cx="813816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1">
                <a:solidFill>
                  <a:srgbClr val="143057"/>
                </a:solidFill>
                <a:latin typeface="Aptos"/>
              </a:rPr>
              <a:t>Personal Portfolio Website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50292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300" b="1">
                <a:solidFill>
                  <a:srgbClr val="A6232D"/>
                </a:solidFill>
                <a:latin typeface="Aptos"/>
              </a:rPr>
              <a:t>05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5093207"/>
            <a:ext cx="91440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874519" y="5248656"/>
            <a:ext cx="813816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1">
                <a:solidFill>
                  <a:srgbClr val="143057"/>
                </a:solidFill>
                <a:latin typeface="Aptos"/>
              </a:rPr>
              <a:t>Weather Application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620256"/>
            <a:ext cx="41148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85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75488"/>
            <a:ext cx="996696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143057"/>
                </a:solidFill>
                <a:latin typeface="Aptos Display"/>
              </a:rPr>
              <a:t>RESPONSIVE LANDING PAGE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685800" cy="50292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3057"/>
          </a:solidFill>
          <a:ln>
            <a:solidFill>
              <a:srgbClr val="1430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1417320"/>
            <a:ext cx="1965960" cy="411480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490472"/>
            <a:ext cx="196596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PROJECT 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057400"/>
            <a:ext cx="10561320" cy="324612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34440" y="2514600"/>
            <a:ext cx="9784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t>• Designed a responsive landing page using HTML, CSS and JavaScript.</a:t>
            </a:r>
          </a:p>
          <a:p>
            <a:pPr>
              <a:spcAft>
                <a:spcPts val="15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t>• Included navigation and multiple content sections.</a:t>
            </a:r>
          </a:p>
          <a:p>
            <a:pPr>
              <a:spcAft>
                <a:spcPts val="15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t>• Focused on a clean, user-friendly layout.</a:t>
            </a:r>
          </a:p>
          <a:p>
            <a:pPr>
              <a:spcAft>
                <a:spcPts val="15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t>• Made the page adaptable to different screen sizes.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620256"/>
            <a:ext cx="41148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850" b="1">
                <a:solidFill>
                  <a:srgbClr val="FFFFFF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75488"/>
            <a:ext cx="996696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143057"/>
                </a:solidFill>
                <a:latin typeface="Aptos Display"/>
              </a:rPr>
              <a:t>STOPWATCH WEB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685800" cy="50292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3057"/>
          </a:solidFill>
          <a:ln>
            <a:solidFill>
              <a:srgbClr val="1430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1417320"/>
            <a:ext cx="1965960" cy="411480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490472"/>
            <a:ext cx="196596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PROJECT 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057400"/>
            <a:ext cx="10561320" cy="324612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34440" y="2514600"/>
            <a:ext cx="9784080" cy="1715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rPr dirty="0"/>
              <a:t>• Developed an interactive stopwatch using JavaScript.</a:t>
            </a:r>
          </a:p>
          <a:p>
            <a:pPr>
              <a:spcAft>
                <a:spcPts val="15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rPr dirty="0"/>
              <a:t>• Implemented Start, Stop, Reset</a:t>
            </a:r>
            <a:r>
              <a:rPr lang="en-US" dirty="0"/>
              <a:t>, Pause</a:t>
            </a:r>
            <a:r>
              <a:rPr dirty="0"/>
              <a:t> and Lap functionality.</a:t>
            </a:r>
          </a:p>
          <a:p>
            <a:pPr>
              <a:spcAft>
                <a:spcPts val="15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rPr dirty="0"/>
              <a:t>• Used JavaScript timing and event handling.</a:t>
            </a:r>
          </a:p>
          <a:p>
            <a:pPr>
              <a:spcAft>
                <a:spcPts val="15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rPr dirty="0"/>
              <a:t>• Improved understanding of interactive web application logic.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620256"/>
            <a:ext cx="41148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850" b="1">
                <a:solidFill>
                  <a:srgbClr val="FFFFFF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75488"/>
            <a:ext cx="996696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143057"/>
                </a:solidFill>
                <a:latin typeface="Aptos Display"/>
              </a:rPr>
              <a:t>TIC-TAC-TOE WEB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685800" cy="50292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3057"/>
          </a:solidFill>
          <a:ln>
            <a:solidFill>
              <a:srgbClr val="1430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1417320"/>
            <a:ext cx="1965960" cy="411480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490472"/>
            <a:ext cx="196596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PROJECT 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057400"/>
            <a:ext cx="10561320" cy="324612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34440" y="2514600"/>
            <a:ext cx="9784080" cy="1715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rPr dirty="0"/>
              <a:t>• Created an interactive Tic-Tac-Toe game using HTML, CSS and JavaScript.</a:t>
            </a:r>
          </a:p>
          <a:p>
            <a:pPr>
              <a:spcAft>
                <a:spcPts val="15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rPr dirty="0"/>
              <a:t>• Implemented turn-based game logic</a:t>
            </a:r>
            <a:r>
              <a:rPr lang="en-US" dirty="0"/>
              <a:t> and also add for single user, player vs AI</a:t>
            </a:r>
            <a:r>
              <a:rPr dirty="0"/>
              <a:t>.</a:t>
            </a:r>
          </a:p>
          <a:p>
            <a:pPr>
              <a:spcAft>
                <a:spcPts val="15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rPr dirty="0"/>
              <a:t>• Added winner checking and game reset functionality.</a:t>
            </a:r>
          </a:p>
          <a:p>
            <a:pPr>
              <a:spcAft>
                <a:spcPts val="15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rPr dirty="0"/>
              <a:t>• Focused on simple and engaging user interaction.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620256"/>
            <a:ext cx="41148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850" b="1">
                <a:solidFill>
                  <a:srgbClr val="FFFFFF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75488"/>
            <a:ext cx="996696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143057"/>
                </a:solidFill>
                <a:latin typeface="Aptos Display"/>
              </a:rPr>
              <a:t>PERSONAL PORTFOLIO WEBSITE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685800" cy="50292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3057"/>
          </a:solidFill>
          <a:ln>
            <a:solidFill>
              <a:srgbClr val="1430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1417320"/>
            <a:ext cx="1965960" cy="411480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490472"/>
            <a:ext cx="196596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PROJECT 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057400"/>
            <a:ext cx="10561320" cy="324612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34440" y="2514600"/>
            <a:ext cx="9784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t>• Designed a personal portfolio website using HTML, CSS and JavaScript.</a:t>
            </a:r>
          </a:p>
          <a:p>
            <a:pPr>
              <a:spcAft>
                <a:spcPts val="15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t>• Included About, Skills, Projects, Education and Contact sections.</a:t>
            </a:r>
          </a:p>
          <a:p>
            <a:pPr>
              <a:spcAft>
                <a:spcPts val="15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t>• Added responsive navigation and interactive page behaviour.</a:t>
            </a:r>
          </a:p>
          <a:p>
            <a:pPr>
              <a:spcAft>
                <a:spcPts val="15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t>• Created the portfolio to present academic and technical work professionally.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620256"/>
            <a:ext cx="41148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850" b="1">
                <a:solidFill>
                  <a:srgbClr val="FFFFFF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75488"/>
            <a:ext cx="996696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143057"/>
                </a:solidFill>
                <a:latin typeface="Aptos Display"/>
              </a:rPr>
              <a:t>WEATHER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685800" cy="50292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3057"/>
          </a:solidFill>
          <a:ln>
            <a:solidFill>
              <a:srgbClr val="1430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1417320"/>
            <a:ext cx="1965960" cy="411480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490472"/>
            <a:ext cx="196596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PROJECT 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057400"/>
            <a:ext cx="10561320" cy="324612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34440" y="2514600"/>
            <a:ext cx="9784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t>• Developed a weather application using a Weather API.</a:t>
            </a:r>
          </a:p>
          <a:p>
            <a:pPr>
              <a:spcAft>
                <a:spcPts val="15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t>• Allows users to search for weather by city.</a:t>
            </a:r>
          </a:p>
          <a:p>
            <a:pPr>
              <a:spcAft>
                <a:spcPts val="15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t>• Displays current weather information such as temperature and conditions.</a:t>
            </a:r>
          </a:p>
          <a:p>
            <a:pPr>
              <a:spcAft>
                <a:spcPts val="15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t>• Practised basic API integration and dynamic data display.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620256"/>
            <a:ext cx="41148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850" b="1">
                <a:solidFill>
                  <a:srgbClr val="FFFFFF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75488"/>
            <a:ext cx="996696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143057"/>
                </a:solidFill>
                <a:latin typeface="Aptos Display"/>
              </a:rPr>
              <a:t>KEY LEARNINGS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685800" cy="50292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3057"/>
          </a:solidFill>
          <a:ln>
            <a:solidFill>
              <a:srgbClr val="1430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14400" y="1417320"/>
            <a:ext cx="10332720" cy="452628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25880" y="1783080"/>
            <a:ext cx="95097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50">
                <a:solidFill>
                  <a:srgbClr val="2D2D2D"/>
                </a:solidFill>
                <a:latin typeface="Aptos"/>
              </a:defRPr>
            </a:pPr>
            <a:r>
              <a:t>• Improved practical skills in HTML, CSS and JavaScript.</a:t>
            </a:r>
          </a:p>
          <a:p>
            <a:pPr>
              <a:spcAft>
                <a:spcPts val="1600"/>
              </a:spcAft>
              <a:defRPr sz="1750">
                <a:solidFill>
                  <a:srgbClr val="2D2D2D"/>
                </a:solidFill>
                <a:latin typeface="Aptos"/>
              </a:defRPr>
            </a:pPr>
            <a:r>
              <a:t>• Learned to create responsive and interactive web pages.</a:t>
            </a:r>
          </a:p>
          <a:p>
            <a:pPr>
              <a:spcAft>
                <a:spcPts val="1600"/>
              </a:spcAft>
              <a:defRPr sz="1750">
                <a:solidFill>
                  <a:srgbClr val="2D2D2D"/>
                </a:solidFill>
                <a:latin typeface="Aptos"/>
              </a:defRPr>
            </a:pPr>
            <a:r>
              <a:t>• Understood JavaScript logic, events and application behaviour.</a:t>
            </a:r>
          </a:p>
          <a:p>
            <a:pPr>
              <a:spcAft>
                <a:spcPts val="1600"/>
              </a:spcAft>
              <a:defRPr sz="1750">
                <a:solidFill>
                  <a:srgbClr val="2D2D2D"/>
                </a:solidFill>
                <a:latin typeface="Aptos"/>
              </a:defRPr>
            </a:pPr>
            <a:r>
              <a:t>• Gained basic experience with API integration through the Weather Application.</a:t>
            </a:r>
          </a:p>
          <a:p>
            <a:pPr>
              <a:spcAft>
                <a:spcPts val="1600"/>
              </a:spcAft>
              <a:defRPr sz="1750">
                <a:solidFill>
                  <a:srgbClr val="2D2D2D"/>
                </a:solidFill>
                <a:latin typeface="Aptos"/>
              </a:defRPr>
            </a:pPr>
            <a:r>
              <a:t>• Practised using GitHub for project repositories and versioned work.</a:t>
            </a:r>
          </a:p>
          <a:p>
            <a:pPr>
              <a:spcAft>
                <a:spcPts val="1600"/>
              </a:spcAft>
              <a:defRPr sz="1750">
                <a:solidFill>
                  <a:srgbClr val="2D2D2D"/>
                </a:solidFill>
                <a:latin typeface="Aptos"/>
              </a:defRPr>
            </a:pPr>
            <a:r>
              <a:t>• Improved debugging, problem-solving and confidence in web development.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20256"/>
            <a:ext cx="41148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850" b="1">
                <a:solidFill>
                  <a:srgbClr val="FFFFFF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75488"/>
            <a:ext cx="996696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143057"/>
                </a:solidFill>
                <a:latin typeface="Aptos Display"/>
              </a:rPr>
              <a:t>INTERNSHIP OUTCOME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685800" cy="50292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3057"/>
          </a:solidFill>
          <a:ln>
            <a:solidFill>
              <a:srgbClr val="1430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14400" y="1417320"/>
            <a:ext cx="103327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14400" y="1417320"/>
            <a:ext cx="54864" cy="1234440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1618488"/>
            <a:ext cx="992124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143057"/>
                </a:solidFill>
                <a:latin typeface="Aptos"/>
              </a:rPr>
              <a:t>Technical Growth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011680"/>
            <a:ext cx="10160730" cy="492443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 dirty="0">
                <a:solidFill>
                  <a:srgbClr val="2D2D2D"/>
                </a:solidFill>
                <a:latin typeface="Aptos"/>
              </a:rPr>
              <a:t>The internship strengthened practical understanding of front-end development and provided experience applying HTML, CSS and JavaScript </a:t>
            </a:r>
            <a:endParaRPr lang="en-US" sz="1300" b="0" dirty="0">
              <a:solidFill>
                <a:srgbClr val="2D2D2D"/>
              </a:solidFill>
              <a:latin typeface="Aptos"/>
            </a:endParaRPr>
          </a:p>
          <a:p>
            <a:pPr algn="l"/>
            <a:r>
              <a:rPr sz="1300" b="0" dirty="0">
                <a:solidFill>
                  <a:srgbClr val="2D2D2D"/>
                </a:solidFill>
                <a:latin typeface="Aptos"/>
              </a:rPr>
              <a:t>to project-based tasks.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834640"/>
            <a:ext cx="103327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14400" y="2834640"/>
            <a:ext cx="54864" cy="1234440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3035808"/>
            <a:ext cx="992124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143057"/>
                </a:solidFill>
                <a:latin typeface="Aptos"/>
              </a:rPr>
              <a:t>Professional Growth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99212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2D2D2D"/>
                </a:solidFill>
                <a:latin typeface="Aptos"/>
              </a:rPr>
              <a:t>Working through multiple projects improved the ability to plan, build, test and refine web applications.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251960"/>
            <a:ext cx="103327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14400" y="4251960"/>
            <a:ext cx="54864" cy="1234440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43000" y="4453128"/>
            <a:ext cx="992124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143057"/>
                </a:solidFill>
                <a:latin typeface="Aptos"/>
              </a:rPr>
              <a:t>Overall Outcome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846320"/>
            <a:ext cx="9824228" cy="492443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 dirty="0">
                <a:solidFill>
                  <a:srgbClr val="2D2D2D"/>
                </a:solidFill>
                <a:latin typeface="Aptos"/>
              </a:rPr>
              <a:t>The internship provided valuable hands-on exposure to web development and strengthened the foundation for further learning in Cloud </a:t>
            </a:r>
            <a:endParaRPr lang="en-US" sz="1300" b="0" dirty="0">
              <a:solidFill>
                <a:srgbClr val="2D2D2D"/>
              </a:solidFill>
              <a:latin typeface="Aptos"/>
            </a:endParaRPr>
          </a:p>
          <a:p>
            <a:pPr algn="l"/>
            <a:r>
              <a:rPr sz="1300" b="0" dirty="0">
                <a:solidFill>
                  <a:srgbClr val="2D2D2D"/>
                </a:solidFill>
                <a:latin typeface="Aptos"/>
              </a:rPr>
              <a:t>Computing, DevOps and modern technologies.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620256"/>
            <a:ext cx="41148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850" b="1">
                <a:solidFill>
                  <a:srgbClr val="FFFFFF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75488"/>
            <a:ext cx="996696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143057"/>
                </a:solidFill>
                <a:latin typeface="Aptos Display"/>
              </a:rPr>
              <a:t>INTERNSHIP COMPLETION CERTIFICATE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685800" cy="50292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3057"/>
          </a:solidFill>
          <a:ln>
            <a:solidFill>
              <a:srgbClr val="1430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874519" y="1325880"/>
            <a:ext cx="8458200" cy="4892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064240" y="6620256"/>
            <a:ext cx="411480" cy="1645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850" b="1">
                <a:solidFill>
                  <a:srgbClr val="FFFFFF"/>
                </a:solidFill>
                <a:latin typeface="Aptos"/>
              </a:rPr>
              <a:t>14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77C852D-40DC-B33B-23EF-815F7ED5AD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1298448"/>
            <a:ext cx="8496000" cy="4897333"/>
          </a:xfrm>
          <a:prstGeom prst="roundRect">
            <a:avLst>
              <a:gd name="adj" fmla="val 11111"/>
            </a:avLst>
          </a:prstGeom>
          <a:ln w="190500" cap="rnd">
            <a:solidFill>
              <a:srgbClr val="C8C6BD"/>
            </a:solidFill>
            <a:prstDash val="solid"/>
          </a:ln>
          <a:effectLst>
            <a:outerShdw blurRad="101600" dist="50800" dir="7200000" algn="tl" rotWithShape="0">
              <a:srgbClr val="000000">
                <a:alpha val="45000"/>
              </a:srgbClr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FFFFFF"/>
            </a:extrusionClr>
          </a:sp3d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3057"/>
          </a:solidFill>
          <a:ln>
            <a:solidFill>
              <a:srgbClr val="1430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12191695" cy="41148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0" y="1965960"/>
            <a:ext cx="8531352" cy="6400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3200" b="1">
                <a:solidFill>
                  <a:srgbClr val="143057"/>
                </a:solidFill>
                <a:latin typeface="Aptos Display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4983480" y="2788920"/>
            <a:ext cx="2240280" cy="50292"/>
          </a:xfrm>
          <a:prstGeom prst="rect">
            <a:avLst/>
          </a:prstGeom>
          <a:solidFill>
            <a:srgbClr val="A6232D"/>
          </a:solidFill>
          <a:ln>
            <a:solidFill>
              <a:srgbClr val="A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85425" y="3154680"/>
            <a:ext cx="1018099" cy="3693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lang="en-US" b="1" dirty="0">
                <a:solidFill>
                  <a:srgbClr val="2D2D2D"/>
                </a:solidFill>
                <a:latin typeface="Aptos"/>
              </a:rPr>
              <a:t>Ravi Raj</a:t>
            </a:r>
            <a:endParaRPr sz="1800" b="1" dirty="0">
              <a:solidFill>
                <a:srgbClr val="2D2D2D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717912" y="3657600"/>
            <a:ext cx="2753126" cy="30777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0" dirty="0" err="1">
                <a:solidFill>
                  <a:srgbClr val="5F6973"/>
                </a:solidFill>
                <a:latin typeface="Aptos"/>
              </a:rPr>
              <a:t>B.Tech</a:t>
            </a:r>
            <a:r>
              <a:rPr sz="1400" b="0" dirty="0">
                <a:solidFill>
                  <a:srgbClr val="5F6973"/>
                </a:solidFill>
                <a:latin typeface="Aptos"/>
              </a:rPr>
              <a:t> CSE | </a:t>
            </a:r>
            <a:r>
              <a:rPr lang="en-US" sz="1400" dirty="0">
                <a:solidFill>
                  <a:srgbClr val="5F6973"/>
                </a:solidFill>
                <a:latin typeface="Aptos"/>
              </a:rPr>
              <a:t>AI/ML </a:t>
            </a:r>
            <a:r>
              <a:rPr sz="1400" b="0" dirty="0" err="1">
                <a:solidFill>
                  <a:srgbClr val="5F6973"/>
                </a:solidFill>
                <a:latin typeface="Aptos"/>
              </a:rPr>
              <a:t>Specialisation</a:t>
            </a:r>
            <a:endParaRPr sz="1400" b="0" dirty="0">
              <a:solidFill>
                <a:srgbClr val="5F6973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828800" y="4096512"/>
            <a:ext cx="8531352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300" b="0">
                <a:solidFill>
                  <a:srgbClr val="5F6973"/>
                </a:solidFill>
                <a:latin typeface="Aptos"/>
              </a:rPr>
              <a:t>Web Development Internship | Prodigy InfoTech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800600"/>
            <a:ext cx="8531352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300" b="1">
                <a:solidFill>
                  <a:srgbClr val="264E79"/>
                </a:solidFill>
                <a:latin typeface="Aptos"/>
              </a:rPr>
              <a:t>IILM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654</Words>
  <Application>Microsoft Office PowerPoint</Application>
  <PresentationFormat>Widescreen</PresentationFormat>
  <Paragraphs>132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Ravi Raj</dc:creator>
  <cp:keywords/>
  <dc:description>generated using python-pptx</dc:description>
  <cp:lastModifiedBy>Ravi Raj</cp:lastModifiedBy>
  <cp:revision>3</cp:revision>
  <dcterms:created xsi:type="dcterms:W3CDTF">2013-01-27T09:14:16Z</dcterms:created>
  <dcterms:modified xsi:type="dcterms:W3CDTF">2026-08-29T11:48:13Z</dcterms:modified>
  <cp:category/>
</cp:coreProperties>
</file>